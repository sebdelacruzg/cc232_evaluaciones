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Inicio. Se empuja un mapa vacío: contexto global (nivel 0).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 de 10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80000"/>
            </a:srgbClr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▲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"K" × 4 → sumado al contexto actual.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80000"/>
            </a:srgbClr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91056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'(' → Se abre un nuevo contexto.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apila un mapa vacío (nivel 1).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80000"/>
            </a:srgbClr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49424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▲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O:1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"O" × 1 → sumado al contexto actual.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80000"/>
            </a:srgbClr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07792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N:1  O:1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"N" × 1 → sumado al contexto actual.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de 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80000"/>
            </a:srgbClr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N:1  O:1 }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02920" y="318211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2369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341985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'(' → Se abre un nuevo contexto.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apila un mapa vacío (nivel 2).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de 10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80000"/>
            </a:srgbClr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224528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S:1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N:1  O:1 }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02920" y="318211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2369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341985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"S" × 1 → sumado al contexto actual.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10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80000"/>
            </a:srgbClr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82896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</a:rPr>
              <a:t>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O:3  S:1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N:1  O:1 }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02920" y="318211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23697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341985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"O" × 3 → sumado al contexto actual.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de 10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80000"/>
            </a:srgbClr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99632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N:1  O:7  S:2 }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02920" y="2450592"/>
            <a:ext cx="3840480" cy="658368"/>
          </a:xfrm>
          <a:prstGeom prst="rect">
            <a:avLst/>
          </a:prstGeom>
          <a:solidFill>
            <a:srgbClr val="1C2230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50545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8640" y="268833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}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')' con ×2 → Pop del contexto: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O:3 S:1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Fusionado ×2 al nivel inferior.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de 10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80000"/>
            </a:srgbClr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16368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▲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 N:2  O:14  S:4 }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')' con ×2 → Pop del contexto: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N:1 O:7 S:2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Fusionado ×2 al nivel inferior.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9 de 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9105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779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2452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solidFill>
            <a:srgbClr val="3B82F6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solidFill>
            <a:srgbClr val="EF4444">
              <a:alpha val="25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25603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33104" y="8229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33104" y="256032"/>
            <a:ext cx="594360" cy="566928"/>
          </a:xfrm>
          <a:prstGeom prst="rect">
            <a:avLst/>
          </a:prstGeom>
          <a:solidFill>
            <a:srgbClr val="22C55E">
              <a:alpha val="12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261872"/>
            <a:ext cx="4114800" cy="3566160"/>
          </a:xfrm>
          <a:prstGeom prst="rect">
            <a:avLst/>
          </a:prstGeom>
          <a:solidFill>
            <a:srgbClr val="161B22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(stack)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1719072"/>
            <a:ext cx="3840480" cy="658368"/>
          </a:xfrm>
          <a:prstGeom prst="rect">
            <a:avLst/>
          </a:prstGeom>
          <a:solidFill>
            <a:srgbClr val="0C447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1773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8640" y="195681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K:4  N:2  O:14  S:4 }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471416" y="1920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261872"/>
            <a:ext cx="4069080" cy="1554480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3533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actual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166420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del parseo.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recorre el mapa en orden alfabético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 construye el string final.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709160" y="2971800"/>
            <a:ext cx="4069080" cy="621792"/>
          </a:xfrm>
          <a:prstGeom prst="rect">
            <a:avLst/>
          </a:prstGeom>
          <a:solidFill>
            <a:srgbClr val="161B22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0449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97880" y="304495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K4N2O14S4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709160" y="37307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10 de 10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736592"/>
            <a:ext cx="146304" cy="14630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 (mayúscula)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74520" y="4736592"/>
            <a:ext cx="146304" cy="1463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7568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paréntesis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83280" y="4736592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84448" y="472744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número/multiplicador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2026-04-30T19:10:26Z</dcterms:created>
  <dcterms:modified xsi:type="dcterms:W3CDTF">2026-04-30T19:10:26Z</dcterms:modified>
</cp:coreProperties>
</file>